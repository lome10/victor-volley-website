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2367"/>
    <a:srgbClr val="002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78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76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2.sv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12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4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1.svg"/><Relationship Id="rId9" Type="http://schemas.openxmlformats.org/officeDocument/2006/relationships/image" Target="../media/image10.sv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095" y="-2743200"/>
            <a:ext cx="8229600" cy="8229600"/>
          </a:xfrm>
          <a:prstGeom prst="ellipse">
            <a:avLst/>
          </a:prstGeom>
          <a:solidFill>
            <a:srgbClr val="028BFD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3200400" y="3200400"/>
            <a:ext cx="6400800" cy="6400800"/>
          </a:xfrm>
          <a:prstGeom prst="ellipse">
            <a:avLst/>
          </a:prstGeom>
          <a:solidFill>
            <a:srgbClr val="CA2367">
              <a:alpha val="16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BOOK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Linee guida essenziali per l'utilizzo del marchio</a:t>
            </a:r>
            <a:endParaRPr lang="en-US" sz="1200" dirty="0"/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01438D7F-1E0B-C55F-B237-2AF72BBBE1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6874" y="838162"/>
            <a:ext cx="2257946" cy="29365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23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</a:t>
            </a:r>
            <a:r>
              <a:rPr lang="en-US" sz="300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Loghi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originale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nera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bianca</a:t>
            </a: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del marchio.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954506" cy="2209225"/>
          </a:xfrm>
          <a:prstGeom prst="rect">
            <a:avLst/>
          </a:prstGeom>
          <a:solidFill>
            <a:srgbClr val="F4F4F4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home/claude/work/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6858" y="2241141"/>
            <a:ext cx="1365130" cy="1365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518037" y="36347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 ORIGINALE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 — BRAND BOOK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6BDA1C8-0E50-D434-9296-0C237B3537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18747" y="1965960"/>
            <a:ext cx="2954506" cy="2214983"/>
          </a:xfrm>
          <a:prstGeom prst="rect">
            <a:avLst/>
          </a:prstGeom>
          <a:solidFill>
            <a:srgbClr val="F4F4F4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2884733B-BDB1-93E5-8063-FEE839F81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2198" y="1968953"/>
            <a:ext cx="1527604" cy="19095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17759" y="3746602"/>
            <a:ext cx="3156482" cy="227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 MONOCROMATICA (NERA)</a:t>
            </a:r>
            <a:endParaRPr lang="en-US" sz="11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AEDA8766-E71A-3107-3FDE-018B25E969B5}"/>
              </a:ext>
            </a:extLst>
          </p:cNvPr>
          <p:cNvSpPr/>
          <p:nvPr/>
        </p:nvSpPr>
        <p:spPr>
          <a:xfrm>
            <a:off x="8688854" y="1968953"/>
            <a:ext cx="2954506" cy="2214983"/>
          </a:xfrm>
          <a:prstGeom prst="rect">
            <a:avLst/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>
              <a:highlight>
                <a:srgbClr val="000000"/>
              </a:highlight>
            </a:endParaRPr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2356B0B2-816A-0D53-F161-635F106A3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6781" y="2014671"/>
            <a:ext cx="1478651" cy="1852422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F2EF04F-7A28-018D-1B21-B1668274C141}"/>
              </a:ext>
            </a:extLst>
          </p:cNvPr>
          <p:cNvSpPr txBox="1"/>
          <p:nvPr/>
        </p:nvSpPr>
        <p:spPr>
          <a:xfrm>
            <a:off x="8446737" y="3695930"/>
            <a:ext cx="34417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VERSIONE MONOCROMATICA (BIANCA)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23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Palette Colori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due colori sociali e i neutri di supporto.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70788" y="1939343"/>
            <a:ext cx="3246120" cy="3291840"/>
          </a:xfrm>
          <a:prstGeom prst="rect">
            <a:avLst/>
          </a:prstGeom>
          <a:solidFill>
            <a:srgbClr val="CA236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99388" y="4271063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Victor Pink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9388" y="463682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#CA2367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9388" y="491114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202 / 35 / 103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2668" y="1939343"/>
            <a:ext cx="3246120" cy="3291840"/>
          </a:xfrm>
          <a:prstGeom prst="rect">
            <a:avLst/>
          </a:prstGeom>
          <a:solidFill>
            <a:srgbClr val="028BF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11268" y="4271063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Victor Blue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1268" y="463682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#028BFD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1268" y="491114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2 / 139 / 253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69269" y="5390406"/>
            <a:ext cx="3246120" cy="85117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754240" y="5670502"/>
            <a:ext cx="2862689" cy="15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54240" y="5972254"/>
            <a:ext cx="2862689" cy="15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#1A1A1A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1149" y="5390406"/>
            <a:ext cx="3246120" cy="85117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35979" y="5670502"/>
            <a:ext cx="2862690" cy="15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Bianco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35979" y="5972254"/>
            <a:ext cx="2862690" cy="159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#FFFFFF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 — BRAND BOOK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1D263C63-3A05-3B7E-AE3A-4A0785618692}"/>
              </a:ext>
            </a:extLst>
          </p:cNvPr>
          <p:cNvSpPr/>
          <p:nvPr/>
        </p:nvSpPr>
        <p:spPr>
          <a:xfrm>
            <a:off x="8089379" y="1939343"/>
            <a:ext cx="3246120" cy="3291840"/>
          </a:xfrm>
          <a:prstGeom prst="rect">
            <a:avLst/>
          </a:prstGeom>
          <a:solidFill>
            <a:srgbClr val="002B5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5F7979D-A41E-CE17-BD96-A91460E76B53}"/>
              </a:ext>
            </a:extLst>
          </p:cNvPr>
          <p:cNvSpPr/>
          <p:nvPr/>
        </p:nvSpPr>
        <p:spPr>
          <a:xfrm>
            <a:off x="8317979" y="4271063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Victor Blue Navy</a:t>
            </a:r>
            <a:endParaRPr lang="en-US" sz="15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FA4E191-9704-F09B-DEE6-D7CD7F257620}"/>
              </a:ext>
            </a:extLst>
          </p:cNvPr>
          <p:cNvSpPr/>
          <p:nvPr/>
        </p:nvSpPr>
        <p:spPr>
          <a:xfrm>
            <a:off x="8317979" y="463682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#002b56</a:t>
            </a:r>
            <a:endParaRPr lang="en-US" sz="1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1D19D15-0415-7CC9-96D7-06046D024F6F}"/>
              </a:ext>
            </a:extLst>
          </p:cNvPr>
          <p:cNvSpPr/>
          <p:nvPr/>
        </p:nvSpPr>
        <p:spPr>
          <a:xfrm>
            <a:off x="8317979" y="4911143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 2 / 139 / 253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Tipografia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Famiglia Montserrat e </a:t>
            </a:r>
            <a:r>
              <a:rPr lang="en-US" sz="1300" dirty="0" err="1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famiglia</a:t>
            </a:r>
            <a:r>
              <a:rPr lang="en-US" sz="13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Impact in tutti </a:t>
            </a:r>
            <a:r>
              <a:rPr lang="en-US" sz="1300" dirty="0" err="1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</a:t>
            </a:r>
            <a:r>
              <a:rPr lang="en-US" sz="13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dirty="0" err="1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suoi</a:t>
            </a:r>
            <a:r>
              <a:rPr lang="en-US" sz="130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pesi.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Montserrat Light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 Regular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Montserrat SemiBold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 Bold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1333" y="1874520"/>
            <a:ext cx="3200400" cy="393192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109933" y="21031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ABCDEFGHIJKLM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NOPQRSTUVWXYZ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0123456789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9933" y="4297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Utilizzare Montserrat per titoli, testi social, materiale di stampa e comunicazioni sponsor.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 — BRAND BOOK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E3277C3-6211-46D9-FE16-E32B9E066C29}"/>
              </a:ext>
            </a:extLst>
          </p:cNvPr>
          <p:cNvSpPr/>
          <p:nvPr/>
        </p:nvSpPr>
        <p:spPr>
          <a:xfrm>
            <a:off x="6506841" y="7315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Impact" panose="020B0806030902050204" pitchFamily="34" charset="0"/>
                <a:ea typeface="Montserrat Light" pitchFamily="34" charset="-122"/>
                <a:cs typeface="Montserrat Light" pitchFamily="34" charset="-120"/>
              </a:rPr>
              <a:t>Impact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86E0446-A38E-90A2-1B7C-A84C17E06BB2}"/>
              </a:ext>
            </a:extLst>
          </p:cNvPr>
          <p:cNvSpPr/>
          <p:nvPr/>
        </p:nvSpPr>
        <p:spPr>
          <a:xfrm>
            <a:off x="6430975" y="3063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Impact" panose="020B080603090205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67E76C2-AA23-DC26-6147-D3C9F72FE06B}"/>
              </a:ext>
            </a:extLst>
          </p:cNvPr>
          <p:cNvSpPr/>
          <p:nvPr/>
        </p:nvSpPr>
        <p:spPr>
          <a:xfrm>
            <a:off x="6430975" y="40233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681B521-EC8E-F537-A724-932F968EF918}"/>
              </a:ext>
            </a:extLst>
          </p:cNvPr>
          <p:cNvSpPr/>
          <p:nvPr/>
        </p:nvSpPr>
        <p:spPr>
          <a:xfrm>
            <a:off x="6430975" y="49834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60E811EF-78C5-C573-2D99-86A5F672CA0E}"/>
              </a:ext>
            </a:extLst>
          </p:cNvPr>
          <p:cNvSpPr/>
          <p:nvPr/>
        </p:nvSpPr>
        <p:spPr>
          <a:xfrm>
            <a:off x="8849077" y="868680"/>
            <a:ext cx="2219249" cy="219456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A4302DEB-4DE3-94C5-8A13-F179E4202836}"/>
              </a:ext>
            </a:extLst>
          </p:cNvPr>
          <p:cNvSpPr/>
          <p:nvPr/>
        </p:nvSpPr>
        <p:spPr>
          <a:xfrm>
            <a:off x="9007594" y="783407"/>
            <a:ext cx="1902213" cy="1202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Impact" panose="020B0806030902050204" pitchFamily="34" charset="0"/>
                <a:ea typeface="Montserrat" pitchFamily="34" charset="-122"/>
                <a:cs typeface="Montserrat" pitchFamily="34" charset="-120"/>
              </a:rPr>
              <a:t>ABCDEFGHIJKLM</a:t>
            </a:r>
            <a:endParaRPr lang="en-US" sz="1300" dirty="0">
              <a:latin typeface="Impact" panose="020B080603090205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Impact" panose="020B0806030902050204" pitchFamily="34" charset="0"/>
                <a:ea typeface="Montserrat" pitchFamily="34" charset="-122"/>
                <a:cs typeface="Montserrat" pitchFamily="34" charset="-120"/>
              </a:rPr>
              <a:t>NOPQRSTUVWXYZ</a:t>
            </a:r>
            <a:endParaRPr lang="en-US" sz="1300" dirty="0">
              <a:latin typeface="Impact" panose="020B080603090205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Impact" panose="020B0806030902050204" pitchFamily="34" charset="0"/>
                <a:ea typeface="Montserrat" pitchFamily="34" charset="-122"/>
                <a:cs typeface="Montserrat" pitchFamily="34" charset="-120"/>
              </a:rPr>
              <a:t>0123456789</a:t>
            </a:r>
            <a:endParaRPr lang="en-US" sz="1300" dirty="0">
              <a:latin typeface="Impact" panose="020B080603090205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11D89BD-340A-FB3F-8DDE-1A10723A8F0F}"/>
              </a:ext>
            </a:extLst>
          </p:cNvPr>
          <p:cNvSpPr/>
          <p:nvPr/>
        </p:nvSpPr>
        <p:spPr>
          <a:xfrm>
            <a:off x="9010795" y="2054317"/>
            <a:ext cx="1902213" cy="819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CCCCCC"/>
                </a:solidFill>
                <a:latin typeface="Impact" panose="020B0806030902050204" pitchFamily="34" charset="0"/>
                <a:ea typeface="Montserrat" pitchFamily="34" charset="-122"/>
                <a:cs typeface="Montserrat" pitchFamily="34" charset="-120"/>
              </a:rPr>
              <a:t>Utilizzare</a:t>
            </a:r>
            <a:r>
              <a:rPr lang="en-US" sz="1050" dirty="0">
                <a:solidFill>
                  <a:srgbClr val="CCCCCC"/>
                </a:solidFill>
                <a:latin typeface="Impact" panose="020B0806030902050204" pitchFamily="34" charset="0"/>
                <a:ea typeface="Montserrat" pitchFamily="34" charset="-122"/>
                <a:cs typeface="Montserrat" pitchFamily="34" charset="-120"/>
              </a:rPr>
              <a:t> Impact per titoli, testi social, materiale di stampa e comunicazioni sponsor.</a:t>
            </a:r>
            <a:endParaRPr lang="en-US" sz="1050" dirty="0">
              <a:latin typeface="Impact" panose="020B0806030902050204" pitchFamily="34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FE34004-D9BB-40C4-A9B6-2A2729E0B83C}"/>
              </a:ext>
            </a:extLst>
          </p:cNvPr>
          <p:cNvSpPr/>
          <p:nvPr/>
        </p:nvSpPr>
        <p:spPr>
          <a:xfrm>
            <a:off x="6506841" y="35890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Edition" pitchFamily="2" charset="0"/>
                <a:ea typeface="Montserrat Light" pitchFamily="34" charset="-122"/>
                <a:cs typeface="Montserrat Light" pitchFamily="34" charset="-120"/>
              </a:rPr>
              <a:t>EDITION</a:t>
            </a:r>
            <a:endParaRPr lang="en-US" sz="4000" dirty="0">
              <a:latin typeface="Edition" pitchFamily="2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AF0377E-7C0E-7DBB-6B3F-34D7687CE322}"/>
              </a:ext>
            </a:extLst>
          </p:cNvPr>
          <p:cNvSpPr/>
          <p:nvPr/>
        </p:nvSpPr>
        <p:spPr>
          <a:xfrm>
            <a:off x="8849077" y="3726180"/>
            <a:ext cx="2219249" cy="2194560"/>
          </a:xfrm>
          <a:prstGeom prst="rect">
            <a:avLst/>
          </a:prstGeom>
          <a:solidFill>
            <a:srgbClr val="25252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D5D4E12-E646-6533-20F2-85018F689D16}"/>
              </a:ext>
            </a:extLst>
          </p:cNvPr>
          <p:cNvSpPr/>
          <p:nvPr/>
        </p:nvSpPr>
        <p:spPr>
          <a:xfrm>
            <a:off x="9007594" y="3640907"/>
            <a:ext cx="1902213" cy="1202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Edition" pitchFamily="2" charset="0"/>
                <a:ea typeface="Montserrat" pitchFamily="34" charset="-122"/>
                <a:cs typeface="Montserrat" pitchFamily="34" charset="-120"/>
              </a:rPr>
              <a:t>ABCDEFGHIJKLM</a:t>
            </a:r>
            <a:endParaRPr lang="en-US" sz="1300" dirty="0">
              <a:latin typeface="Edition" pitchFamily="2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Edition" pitchFamily="2" charset="0"/>
                <a:ea typeface="Montserrat" pitchFamily="34" charset="-122"/>
                <a:cs typeface="Montserrat" pitchFamily="34" charset="-120"/>
              </a:rPr>
              <a:t>NOPQRSTUVWXYZ</a:t>
            </a:r>
            <a:endParaRPr lang="en-US" sz="1300" dirty="0">
              <a:latin typeface="Edition" pitchFamily="2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BFD"/>
                </a:solidFill>
                <a:latin typeface="Edition" pitchFamily="2" charset="0"/>
                <a:ea typeface="Montserrat" pitchFamily="34" charset="-122"/>
                <a:cs typeface="Montserrat" pitchFamily="34" charset="-120"/>
              </a:rPr>
              <a:t>0123456789</a:t>
            </a:r>
            <a:endParaRPr lang="en-US" sz="1300" dirty="0">
              <a:latin typeface="Edition" pitchFamily="2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9AB509A-3F6B-7D9F-04B5-9367AFC02D98}"/>
              </a:ext>
            </a:extLst>
          </p:cNvPr>
          <p:cNvSpPr/>
          <p:nvPr/>
        </p:nvSpPr>
        <p:spPr>
          <a:xfrm>
            <a:off x="9010795" y="4911817"/>
            <a:ext cx="1902213" cy="819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1700" dirty="0" err="1">
                <a:solidFill>
                  <a:srgbClr val="CCCCCC"/>
                </a:solidFill>
                <a:latin typeface="Edition" pitchFamily="2" charset="0"/>
                <a:ea typeface="Montserrat" pitchFamily="34" charset="-122"/>
                <a:cs typeface="Montserrat" pitchFamily="34" charset="-120"/>
              </a:rPr>
              <a:t>Utilizzare</a:t>
            </a:r>
            <a:r>
              <a:rPr lang="en-US" sz="1050" b="1" kern="1700" dirty="0">
                <a:solidFill>
                  <a:srgbClr val="CCCCCC"/>
                </a:solidFill>
                <a:latin typeface="Edition" pitchFamily="2" charset="0"/>
                <a:ea typeface="Montserrat" pitchFamily="34" charset="-122"/>
                <a:cs typeface="Montserrat" pitchFamily="34" charset="-120"/>
              </a:rPr>
              <a:t> EDITION per titoli, testi social, materiale di stampa e comunicazioni sponsor.</a:t>
            </a:r>
            <a:endParaRPr lang="en-US" sz="1050" b="1" kern="1700" dirty="0">
              <a:latin typeface="Edition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23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Applicazioni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il marchio si applica su divise e oggettistica.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5440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Maglia gara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965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/>
          <p:nvPr/>
        </p:nvSpPr>
        <p:spPr>
          <a:xfrm>
            <a:off x="3474720" y="5440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Maglia alternativa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0" y="1965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8"/>
          <p:cNvSpPr/>
          <p:nvPr/>
        </p:nvSpPr>
        <p:spPr>
          <a:xfrm>
            <a:off x="6400800" y="5440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 </a:t>
            </a:r>
            <a:r>
              <a:rPr lang="en-US" sz="1150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vario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9326880" y="1965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0"/>
          <p:cNvSpPr/>
          <p:nvPr/>
        </p:nvSpPr>
        <p:spPr>
          <a:xfrm>
            <a:off x="9326880" y="5440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Borsone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 — BRAND BOOK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0297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  <p:pic>
        <p:nvPicPr>
          <p:cNvPr id="22" name="Elemento grafico 21" descr="Maglietta con riempimento a tinta unita">
            <a:extLst>
              <a:ext uri="{FF2B5EF4-FFF2-40B4-BE49-F238E27FC236}">
                <a16:creationId xmlns:a16="http://schemas.microsoft.com/office/drawing/2014/main" id="{24C190A3-4268-A71D-243E-239A4812C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184" y="2661108"/>
            <a:ext cx="2482392" cy="2482392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4FC5A7F8-2019-E8E2-FBBE-7E92C8E26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2262" y="3325303"/>
            <a:ext cx="266071" cy="332589"/>
          </a:xfrm>
          <a:prstGeom prst="rect">
            <a:avLst/>
          </a:prstGeom>
        </p:spPr>
      </p:pic>
      <p:pic>
        <p:nvPicPr>
          <p:cNvPr id="27" name="Elemento grafico 26" descr="Maglietta con riempimento a tinta unita">
            <a:extLst>
              <a:ext uri="{FF2B5EF4-FFF2-40B4-BE49-F238E27FC236}">
                <a16:creationId xmlns:a16="http://schemas.microsoft.com/office/drawing/2014/main" id="{87B3C2A5-6CCB-8361-AFA4-B86BC3D49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2648" y="2661108"/>
            <a:ext cx="2482392" cy="2482392"/>
          </a:xfrm>
          <a:prstGeom prst="rect">
            <a:avLst/>
          </a:prstGeom>
        </p:spPr>
      </p:pic>
      <p:pic>
        <p:nvPicPr>
          <p:cNvPr id="28" name="Elemento grafico 27">
            <a:extLst>
              <a:ext uri="{FF2B5EF4-FFF2-40B4-BE49-F238E27FC236}">
                <a16:creationId xmlns:a16="http://schemas.microsoft.com/office/drawing/2014/main" id="{2D9E168F-03D5-BE02-28D4-328DC9EF2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726" y="3325303"/>
            <a:ext cx="266071" cy="332589"/>
          </a:xfrm>
          <a:prstGeom prst="rect">
            <a:avLst/>
          </a:prstGeom>
        </p:spPr>
      </p:pic>
      <p:pic>
        <p:nvPicPr>
          <p:cNvPr id="30" name="Elemento grafico 29" descr="Maglietta formale contorno">
            <a:extLst>
              <a:ext uri="{FF2B5EF4-FFF2-40B4-BE49-F238E27FC236}">
                <a16:creationId xmlns:a16="http://schemas.microsoft.com/office/drawing/2014/main" id="{BA17F391-5174-0379-1C9C-8D8811F256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8101" y="4468997"/>
            <a:ext cx="1095014" cy="1095014"/>
          </a:xfrm>
          <a:prstGeom prst="rect">
            <a:avLst/>
          </a:prstGeom>
        </p:spPr>
      </p:pic>
      <p:pic>
        <p:nvPicPr>
          <p:cNvPr id="32" name="Elemento grafico 31" descr="Maglietta formale con riempimento a tinta unita">
            <a:extLst>
              <a:ext uri="{FF2B5EF4-FFF2-40B4-BE49-F238E27FC236}">
                <a16:creationId xmlns:a16="http://schemas.microsoft.com/office/drawing/2014/main" id="{D17E4110-C3BB-8F1C-CA14-83C98B17E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8248" y="4446689"/>
            <a:ext cx="1139631" cy="1139631"/>
          </a:xfrm>
          <a:prstGeom prst="rect">
            <a:avLst/>
          </a:prstGeom>
        </p:spPr>
      </p:pic>
      <p:pic>
        <p:nvPicPr>
          <p:cNvPr id="34" name="Elemento grafico 33" descr="Maglietta con riempimento a tinta unita">
            <a:extLst>
              <a:ext uri="{FF2B5EF4-FFF2-40B4-BE49-F238E27FC236}">
                <a16:creationId xmlns:a16="http://schemas.microsoft.com/office/drawing/2014/main" id="{B12FE0A3-7611-59EC-3B77-9303A35C4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8247" y="3307058"/>
            <a:ext cx="1139632" cy="1139632"/>
          </a:xfrm>
          <a:prstGeom prst="rect">
            <a:avLst/>
          </a:prstGeom>
        </p:spPr>
      </p:pic>
      <p:pic>
        <p:nvPicPr>
          <p:cNvPr id="36" name="Elemento grafico 35" descr="Maglia a maniche lunghe con riempimento a tinta unita">
            <a:extLst>
              <a:ext uri="{FF2B5EF4-FFF2-40B4-BE49-F238E27FC236}">
                <a16:creationId xmlns:a16="http://schemas.microsoft.com/office/drawing/2014/main" id="{797FD8A8-389F-7E04-695A-F32BAB4A7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3235" y="2011680"/>
            <a:ext cx="1329656" cy="1329656"/>
          </a:xfrm>
          <a:prstGeom prst="rect">
            <a:avLst/>
          </a:prstGeom>
        </p:spPr>
      </p:pic>
      <p:pic>
        <p:nvPicPr>
          <p:cNvPr id="38" name="Elemento grafico 37" descr="Maglia a maniche lunghe contorno">
            <a:extLst>
              <a:ext uri="{FF2B5EF4-FFF2-40B4-BE49-F238E27FC236}">
                <a16:creationId xmlns:a16="http://schemas.microsoft.com/office/drawing/2014/main" id="{17A34464-1832-5384-8002-7CC51EDAE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96786" y="2011680"/>
            <a:ext cx="1329656" cy="1329656"/>
          </a:xfrm>
          <a:prstGeom prst="rect">
            <a:avLst/>
          </a:prstGeom>
        </p:spPr>
      </p:pic>
      <p:pic>
        <p:nvPicPr>
          <p:cNvPr id="40" name="Elemento grafico 39">
            <a:extLst>
              <a:ext uri="{FF2B5EF4-FFF2-40B4-BE49-F238E27FC236}">
                <a16:creationId xmlns:a16="http://schemas.microsoft.com/office/drawing/2014/main" id="{8DCF54D7-C68E-0C67-6F30-954FE9765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61333" y="2371515"/>
            <a:ext cx="119917" cy="150229"/>
          </a:xfrm>
          <a:prstGeom prst="rect">
            <a:avLst/>
          </a:prstGeom>
        </p:spPr>
      </p:pic>
      <p:pic>
        <p:nvPicPr>
          <p:cNvPr id="42" name="Elemento grafico 41">
            <a:extLst>
              <a:ext uri="{FF2B5EF4-FFF2-40B4-BE49-F238E27FC236}">
                <a16:creationId xmlns:a16="http://schemas.microsoft.com/office/drawing/2014/main" id="{5BFC82FA-3B79-70E5-87B8-8DA5D33F7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78221" y="2371515"/>
            <a:ext cx="117454" cy="146817"/>
          </a:xfrm>
          <a:prstGeom prst="rect">
            <a:avLst/>
          </a:prstGeom>
        </p:spPr>
      </p:pic>
      <p:pic>
        <p:nvPicPr>
          <p:cNvPr id="44" name="Elemento grafico 43" descr="Maglietta contorno">
            <a:extLst>
              <a:ext uri="{FF2B5EF4-FFF2-40B4-BE49-F238E27FC236}">
                <a16:creationId xmlns:a16="http://schemas.microsoft.com/office/drawing/2014/main" id="{BC4CB559-1DEC-3024-D793-2F6DA475D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98101" y="3351676"/>
            <a:ext cx="1095014" cy="1095014"/>
          </a:xfrm>
          <a:prstGeom prst="rect">
            <a:avLst/>
          </a:prstGeom>
        </p:spPr>
      </p:pic>
      <p:pic>
        <p:nvPicPr>
          <p:cNvPr id="45" name="Elemento grafico 44">
            <a:extLst>
              <a:ext uri="{FF2B5EF4-FFF2-40B4-BE49-F238E27FC236}">
                <a16:creationId xmlns:a16="http://schemas.microsoft.com/office/drawing/2014/main" id="{4811B0AD-AD62-4A10-B1D9-CAA89F09C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4657" y="3647882"/>
            <a:ext cx="119917" cy="150229"/>
          </a:xfrm>
          <a:prstGeom prst="rect">
            <a:avLst/>
          </a:prstGeom>
        </p:spPr>
      </p:pic>
      <p:pic>
        <p:nvPicPr>
          <p:cNvPr id="46" name="Elemento grafico 45">
            <a:extLst>
              <a:ext uri="{FF2B5EF4-FFF2-40B4-BE49-F238E27FC236}">
                <a16:creationId xmlns:a16="http://schemas.microsoft.com/office/drawing/2014/main" id="{E8DDCD21-B6B8-AD5C-20B3-C409500FE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1077" y="3647882"/>
            <a:ext cx="117454" cy="146817"/>
          </a:xfrm>
          <a:prstGeom prst="rect">
            <a:avLst/>
          </a:prstGeom>
        </p:spPr>
      </p:pic>
      <p:pic>
        <p:nvPicPr>
          <p:cNvPr id="47" name="Elemento grafico 46">
            <a:extLst>
              <a:ext uri="{FF2B5EF4-FFF2-40B4-BE49-F238E27FC236}">
                <a16:creationId xmlns:a16="http://schemas.microsoft.com/office/drawing/2014/main" id="{2CB0B21E-72BB-FC71-2916-6347AC8EDB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44657" y="4727048"/>
            <a:ext cx="119917" cy="150229"/>
          </a:xfrm>
          <a:prstGeom prst="rect">
            <a:avLst/>
          </a:prstGeom>
        </p:spPr>
      </p:pic>
      <p:pic>
        <p:nvPicPr>
          <p:cNvPr id="48" name="Elemento grafico 47">
            <a:extLst>
              <a:ext uri="{FF2B5EF4-FFF2-40B4-BE49-F238E27FC236}">
                <a16:creationId xmlns:a16="http://schemas.microsoft.com/office/drawing/2014/main" id="{582AB519-01FD-5478-88EC-1E2E8FA78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0600" y="4743717"/>
            <a:ext cx="117454" cy="146817"/>
          </a:xfrm>
          <a:prstGeom prst="rect">
            <a:avLst/>
          </a:prstGeom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5B2E1AF2-A035-211A-406A-483A32B1AC65}"/>
              </a:ext>
            </a:extLst>
          </p:cNvPr>
          <p:cNvSpPr/>
          <p:nvPr/>
        </p:nvSpPr>
        <p:spPr>
          <a:xfrm>
            <a:off x="1562100" y="3680399"/>
            <a:ext cx="691985" cy="512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MAIN</a:t>
            </a:r>
          </a:p>
          <a:p>
            <a:pPr algn="ctr"/>
            <a:r>
              <a:rPr lang="it-IT" sz="1000" dirty="0"/>
              <a:t>SPONSOR 1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009E2D64-F5AD-8759-B13E-D9F5FDABC587}"/>
              </a:ext>
            </a:extLst>
          </p:cNvPr>
          <p:cNvSpPr/>
          <p:nvPr/>
        </p:nvSpPr>
        <p:spPr>
          <a:xfrm>
            <a:off x="1562100" y="4280882"/>
            <a:ext cx="691985" cy="512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MAIN</a:t>
            </a:r>
          </a:p>
          <a:p>
            <a:pPr algn="ctr"/>
            <a:r>
              <a:rPr lang="it-IT" sz="1000" dirty="0"/>
              <a:t>SPONSOR 2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BBAA808-B082-CB1A-33FE-3680C558BB7A}"/>
              </a:ext>
            </a:extLst>
          </p:cNvPr>
          <p:cNvSpPr/>
          <p:nvPr/>
        </p:nvSpPr>
        <p:spPr>
          <a:xfrm>
            <a:off x="4447851" y="3680399"/>
            <a:ext cx="691985" cy="512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MAIN</a:t>
            </a:r>
          </a:p>
          <a:p>
            <a:pPr algn="ctr"/>
            <a:r>
              <a:rPr lang="it-IT" sz="1000" dirty="0"/>
              <a:t>SPONSOR 1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D9DB8AC3-E8F2-8019-1244-8F095601D250}"/>
              </a:ext>
            </a:extLst>
          </p:cNvPr>
          <p:cNvSpPr/>
          <p:nvPr/>
        </p:nvSpPr>
        <p:spPr>
          <a:xfrm>
            <a:off x="4447851" y="4274759"/>
            <a:ext cx="691985" cy="512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MAIN</a:t>
            </a:r>
          </a:p>
          <a:p>
            <a:pPr algn="ctr"/>
            <a:r>
              <a:rPr lang="it-IT" sz="1000" dirty="0"/>
              <a:t>SPONSOR 2</a:t>
            </a:r>
          </a:p>
        </p:txBody>
      </p:sp>
      <p:pic>
        <p:nvPicPr>
          <p:cNvPr id="54" name="Elemento grafico 53" descr="Borsa con riempimento a tinta unita">
            <a:extLst>
              <a:ext uri="{FF2B5EF4-FFF2-40B4-BE49-F238E27FC236}">
                <a16:creationId xmlns:a16="http://schemas.microsoft.com/office/drawing/2014/main" id="{0B566F83-D82E-0CE3-E94D-62428447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1131" y="2618403"/>
            <a:ext cx="2168977" cy="2168977"/>
          </a:xfrm>
          <a:prstGeom prst="rect">
            <a:avLst/>
          </a:prstGeom>
        </p:spPr>
      </p:pic>
      <p:pic>
        <p:nvPicPr>
          <p:cNvPr id="55" name="Elemento grafico 54">
            <a:extLst>
              <a:ext uri="{FF2B5EF4-FFF2-40B4-BE49-F238E27FC236}">
                <a16:creationId xmlns:a16="http://schemas.microsoft.com/office/drawing/2014/main" id="{878E72EE-5D95-25D1-91CD-8FBD4DE5E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3360" y="3491305"/>
            <a:ext cx="544517" cy="680647"/>
          </a:xfrm>
          <a:prstGeom prst="rect">
            <a:avLst/>
          </a:prstGeom>
        </p:spPr>
      </p:pic>
      <p:sp>
        <p:nvSpPr>
          <p:cNvPr id="56" name="Rettangolo 55">
            <a:extLst>
              <a:ext uri="{FF2B5EF4-FFF2-40B4-BE49-F238E27FC236}">
                <a16:creationId xmlns:a16="http://schemas.microsoft.com/office/drawing/2014/main" id="{EF69F708-3FFB-55D2-803F-3D82AF624310}"/>
              </a:ext>
            </a:extLst>
          </p:cNvPr>
          <p:cNvSpPr/>
          <p:nvPr/>
        </p:nvSpPr>
        <p:spPr>
          <a:xfrm>
            <a:off x="10084719" y="4121947"/>
            <a:ext cx="544517" cy="331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700" dirty="0"/>
              <a:t>MAIN</a:t>
            </a:r>
          </a:p>
          <a:p>
            <a:pPr algn="ctr"/>
            <a:r>
              <a:rPr lang="it-IT" sz="700" dirty="0"/>
              <a:t>SPONSOR 1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2295ECD9-9BB4-2556-D37F-39B396708618}"/>
              </a:ext>
            </a:extLst>
          </p:cNvPr>
          <p:cNvSpPr/>
          <p:nvPr/>
        </p:nvSpPr>
        <p:spPr>
          <a:xfrm>
            <a:off x="10722579" y="4124270"/>
            <a:ext cx="544517" cy="331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700" dirty="0"/>
              <a:t>MAIN</a:t>
            </a:r>
          </a:p>
          <a:p>
            <a:pPr algn="ctr"/>
            <a:r>
              <a:rPr lang="it-IT" sz="700" dirty="0"/>
              <a:t>SPONSOR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CA2367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619695" y="2286000"/>
            <a:ext cx="7315200" cy="7315200"/>
          </a:xfrm>
          <a:prstGeom prst="ellipse">
            <a:avLst/>
          </a:prstGeom>
          <a:solidFill>
            <a:srgbClr val="028BFD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0" y="37947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GRAZIE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28B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ASD VICTOR VOLLEY  —  PARTNERSHIP &amp; SPONSORIZZAZIONI</a:t>
            </a:r>
            <a:endParaRPr lang="en-US" sz="1200" dirty="0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91AEDEDC-D09B-A45C-3CAB-813429B8C8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6399" y="1178289"/>
            <a:ext cx="2257946" cy="29365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244</Words>
  <Application>Microsoft Office PowerPoint</Application>
  <PresentationFormat>Widescreen</PresentationFormat>
  <Paragraphs>81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Arial</vt:lpstr>
      <vt:lpstr>Edition</vt:lpstr>
      <vt:lpstr>Impact</vt:lpstr>
      <vt:lpstr>Montserrat</vt:lpstr>
      <vt:lpstr>Montserrat Light</vt:lpstr>
      <vt:lpstr>Montserrat SemiBold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Book - ASD Victor Volley</dc:title>
  <dc:subject>PptxGenJS Presentation</dc:subject>
  <dc:creator>ASD Victor Volley</dc:creator>
  <cp:lastModifiedBy>Francesco Manni</cp:lastModifiedBy>
  <cp:revision>3</cp:revision>
  <dcterms:created xsi:type="dcterms:W3CDTF">2026-07-02T20:08:47Z</dcterms:created>
  <dcterms:modified xsi:type="dcterms:W3CDTF">2026-07-13T17:19:30Z</dcterms:modified>
</cp:coreProperties>
</file>